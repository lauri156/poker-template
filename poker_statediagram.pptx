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0065BD"/>
          </a:solidFill>
          <a:ln w="12700">
            <a:solidFill>
              <a:srgbClr val="0065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0" y="3657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06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36576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Hold'em – Spielzustandsdiagramm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8620" y="2103120"/>
            <a:ext cx="868680" cy="457200"/>
          </a:xfrm>
          <a:prstGeom prst="ellipse">
            <a:avLst/>
          </a:prstGeom>
          <a:solidFill>
            <a:srgbClr val="CCE5FF"/>
          </a:solidFill>
          <a:ln w="22860">
            <a:solidFill>
              <a:srgbClr val="0065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" y="210312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25880" y="2103120"/>
            <a:ext cx="868680" cy="457200"/>
          </a:xfrm>
          <a:prstGeom prst="roundRect">
            <a:avLst/>
          </a:prstGeom>
          <a:solidFill>
            <a:srgbClr val="EBF4FF"/>
          </a:solidFill>
          <a:ln w="22860">
            <a:solidFill>
              <a:srgbClr val="0065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10312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3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austeilen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63140" y="2103120"/>
            <a:ext cx="868680" cy="457200"/>
          </a:xfrm>
          <a:prstGeom prst="roundRect">
            <a:avLst/>
          </a:prstGeom>
          <a:solidFill>
            <a:srgbClr val="EBF4FF"/>
          </a:solidFill>
          <a:ln w="22860">
            <a:solidFill>
              <a:srgbClr val="0065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63140" y="210312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3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setzen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2103120"/>
            <a:ext cx="868680" cy="457200"/>
          </a:xfrm>
          <a:prstGeom prst="roundRect">
            <a:avLst/>
          </a:prstGeom>
          <a:solidFill>
            <a:srgbClr val="EBF4FF"/>
          </a:solidFill>
          <a:ln w="22860">
            <a:solidFill>
              <a:srgbClr val="0065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10312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Pre-Flop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3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37660" y="2103120"/>
            <a:ext cx="868680" cy="457200"/>
          </a:xfrm>
          <a:prstGeom prst="roundRect">
            <a:avLst/>
          </a:prstGeom>
          <a:solidFill>
            <a:srgbClr val="EBF4FF"/>
          </a:solidFill>
          <a:ln w="22860">
            <a:solidFill>
              <a:srgbClr val="0065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7660" y="210312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3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74920" y="2103120"/>
            <a:ext cx="868680" cy="457200"/>
          </a:xfrm>
          <a:prstGeom prst="roundRect">
            <a:avLst/>
          </a:prstGeom>
          <a:solidFill>
            <a:srgbClr val="EBF4FF"/>
          </a:solidFill>
          <a:ln w="22860">
            <a:solidFill>
              <a:srgbClr val="0065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10312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3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12180" y="2103120"/>
            <a:ext cx="868680" cy="457200"/>
          </a:xfrm>
          <a:prstGeom prst="roundRect">
            <a:avLst/>
          </a:prstGeom>
          <a:solidFill>
            <a:srgbClr val="EBF4FF"/>
          </a:solidFill>
          <a:ln w="22860">
            <a:solidFill>
              <a:srgbClr val="0065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12180" y="210312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3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49440" y="2103120"/>
            <a:ext cx="868680" cy="457200"/>
          </a:xfrm>
          <a:prstGeom prst="roundRect">
            <a:avLst/>
          </a:prstGeom>
          <a:solidFill>
            <a:srgbClr val="EBF4FF"/>
          </a:solidFill>
          <a:ln w="22860">
            <a:solidFill>
              <a:srgbClr val="0065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210312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Showdown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886700" y="2103120"/>
            <a:ext cx="868680" cy="457200"/>
          </a:xfrm>
          <a:prstGeom prst="ellipse">
            <a:avLst/>
          </a:prstGeom>
          <a:solidFill>
            <a:srgbClr val="CCE5FF"/>
          </a:solidFill>
          <a:ln w="22860">
            <a:solidFill>
              <a:srgbClr val="0065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86700" y="210312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3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257300" y="2331720"/>
            <a:ext cx="6858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2194560" y="2331720"/>
            <a:ext cx="6858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3131820" y="2331720"/>
            <a:ext cx="6858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4069080" y="2331720"/>
            <a:ext cx="6858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5006340" y="2331720"/>
            <a:ext cx="6858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5943600" y="2331720"/>
            <a:ext cx="6858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6880860" y="2331720"/>
            <a:ext cx="6858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7818120" y="2331720"/>
            <a:ext cx="6858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1325880" y="262432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Karten / Spieler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263140" y="262432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&amp; Big Blind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200400" y="262432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 · Call · Raise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137660" y="262432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Gemeinschafts-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karten, Fold · Call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74920" y="262432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Gemeinschafts-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karte, Fold · Call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012180" y="262432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Gemeinschafts-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karte, Fold · Call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949440" y="262432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Beste Hand gewinnt,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 wird ausgezahlt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34740" y="2560320"/>
            <a:ext cx="0" cy="585216"/>
          </a:xfrm>
          <a:prstGeom prst="line">
            <a:avLst/>
          </a:prstGeom>
          <a:noFill/>
          <a:ln w="15240">
            <a:solidFill>
              <a:srgbClr val="C0392B"/>
            </a:solidFill>
            <a:prstDash val="sysDash"/>
          </a:ln>
        </p:spPr>
      </p:sp>
      <p:sp>
        <p:nvSpPr>
          <p:cNvPr id="39" name="Shape 37"/>
          <p:cNvSpPr/>
          <p:nvPr/>
        </p:nvSpPr>
        <p:spPr>
          <a:xfrm>
            <a:off x="4572000" y="2560320"/>
            <a:ext cx="0" cy="585216"/>
          </a:xfrm>
          <a:prstGeom prst="line">
            <a:avLst/>
          </a:prstGeom>
          <a:noFill/>
          <a:ln w="15240">
            <a:solidFill>
              <a:srgbClr val="C0392B"/>
            </a:solidFill>
            <a:prstDash val="sysDash"/>
          </a:ln>
        </p:spPr>
      </p:sp>
      <p:sp>
        <p:nvSpPr>
          <p:cNvPr id="40" name="Shape 38"/>
          <p:cNvSpPr/>
          <p:nvPr/>
        </p:nvSpPr>
        <p:spPr>
          <a:xfrm>
            <a:off x="5509260" y="2560320"/>
            <a:ext cx="0" cy="585216"/>
          </a:xfrm>
          <a:prstGeom prst="line">
            <a:avLst/>
          </a:prstGeom>
          <a:noFill/>
          <a:ln w="15240">
            <a:solidFill>
              <a:srgbClr val="C0392B"/>
            </a:solidFill>
            <a:prstDash val="sysDash"/>
          </a:ln>
        </p:spPr>
      </p:sp>
      <p:sp>
        <p:nvSpPr>
          <p:cNvPr id="41" name="Shape 39"/>
          <p:cNvSpPr/>
          <p:nvPr/>
        </p:nvSpPr>
        <p:spPr>
          <a:xfrm>
            <a:off x="6446520" y="2560320"/>
            <a:ext cx="0" cy="585216"/>
          </a:xfrm>
          <a:prstGeom prst="line">
            <a:avLst/>
          </a:prstGeom>
          <a:noFill/>
          <a:ln w="15240">
            <a:solidFill>
              <a:srgbClr val="C0392B"/>
            </a:solidFill>
            <a:prstDash val="sysDash"/>
          </a:ln>
        </p:spPr>
      </p:sp>
      <p:sp>
        <p:nvSpPr>
          <p:cNvPr id="42" name="Shape 40"/>
          <p:cNvSpPr/>
          <p:nvPr/>
        </p:nvSpPr>
        <p:spPr>
          <a:xfrm>
            <a:off x="3634740" y="3145536"/>
            <a:ext cx="3749040" cy="0"/>
          </a:xfrm>
          <a:prstGeom prst="line">
            <a:avLst/>
          </a:prstGeom>
          <a:noFill/>
          <a:ln w="15240">
            <a:solidFill>
              <a:srgbClr val="C0392B"/>
            </a:solidFill>
            <a:prstDash val="sysDash"/>
          </a:ln>
        </p:spPr>
      </p:sp>
      <p:sp>
        <p:nvSpPr>
          <p:cNvPr id="43" name="Shape 41"/>
          <p:cNvSpPr/>
          <p:nvPr/>
        </p:nvSpPr>
        <p:spPr>
          <a:xfrm>
            <a:off x="7383780" y="3145536"/>
            <a:ext cx="0" cy="-585216"/>
          </a:xfrm>
          <a:prstGeom prst="line">
            <a:avLst/>
          </a:prstGeom>
          <a:noFill/>
          <a:ln w="15240">
            <a:solidFill>
              <a:srgbClr val="C0392B"/>
            </a:solidFill>
            <a:prstDash val="sysDash"/>
            <a:tailEnd type="arrow"/>
          </a:ln>
        </p:spPr>
      </p:sp>
      <p:sp>
        <p:nvSpPr>
          <p:cNvPr id="44" name="Text 42"/>
          <p:cNvSpPr/>
          <p:nvPr/>
        </p:nvSpPr>
        <p:spPr>
          <a:xfrm>
            <a:off x="3680460" y="319125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Fold: nur 1 Spieler verbleibt → direkt zum Showdown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0" y="489204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Universität München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2026-05-31T10:39:11Z</dcterms:created>
  <dcterms:modified xsi:type="dcterms:W3CDTF">2026-05-31T10:39:11Z</dcterms:modified>
</cp:coreProperties>
</file>